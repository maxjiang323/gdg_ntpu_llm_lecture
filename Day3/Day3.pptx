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3" r:id="rId8"/>
    <p:sldId id="262" r:id="rId9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0" d="100"/>
          <a:sy n="90" d="100"/>
        </p:scale>
        <p:origin x="370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C4BF89D-DB6C-00C6-6A01-2FDE77190BF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9C284857-BDF0-3F4B-BC55-3AEED3AEF96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9F157C92-45CE-EA14-5B54-9B96098C28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564CA7-0CEF-499B-B9E9-84DBEC3A2B3C}" type="datetimeFigureOut">
              <a:rPr lang="zh-TW" altLang="en-US" smtClean="0"/>
              <a:t>2026/3/16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F5F8483F-2561-461C-E493-D7FB6E694F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943F1266-CD66-3B91-E698-4C8A5E6308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3C2F07-BDBE-4D98-9AF0-3F16D3148A0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38679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12F2825-B7AB-BFD6-B264-2B490D1F46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32FD821-13A8-CC19-B6B7-F3EE8D9671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19F4BB15-77A6-8C9C-5DA0-20D4BB89A2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564CA7-0CEF-499B-B9E9-84DBEC3A2B3C}" type="datetimeFigureOut">
              <a:rPr lang="zh-TW" altLang="en-US" smtClean="0"/>
              <a:t>2026/3/16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5EB82228-ACCC-AFAA-CA36-EDCB7C6A44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F077BBC6-24BF-04B8-302A-48C942B054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3C2F07-BDBE-4D98-9AF0-3F16D3148A0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476074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83B8E8F-1431-0D0E-8FDE-28E5B98F1E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576E7424-D075-8F97-92FB-5F3BA128E6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9C22C779-F938-EB5D-8052-0A49687B31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564CA7-0CEF-499B-B9E9-84DBEC3A2B3C}" type="datetimeFigureOut">
              <a:rPr lang="zh-TW" altLang="en-US" smtClean="0"/>
              <a:t>2026/3/16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AFEE29B3-3B1E-6714-B11B-9E417B8323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3AA62E8F-7EDE-C9E9-8B78-E64CCD6487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3C2F07-BDBE-4D98-9AF0-3F16D3148A0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728785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7A50C97-694E-CA16-F42D-72AD03B672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EF15FE5-60B2-1B98-854F-D649BA13544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B734CAE9-48C4-00DB-0928-27FCABDADB8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808E1D82-DBCF-F44F-ED2A-74213D10E9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564CA7-0CEF-499B-B9E9-84DBEC3A2B3C}" type="datetimeFigureOut">
              <a:rPr lang="zh-TW" altLang="en-US" smtClean="0"/>
              <a:t>2026/3/16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02AA2E1E-BDB8-DD65-2782-301B43B480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1D31A756-5FD2-A18D-1AED-796C3A419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3C2F07-BDBE-4D98-9AF0-3F16D3148A0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224567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2147C41-D362-A23E-5ADB-D3FB488F59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2A89D831-218D-2026-7791-2F6244D149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204FF1D7-4D88-1B20-171C-6D19E112C0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6FE711DA-218F-0436-47F8-456DBE0AC3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AF05E259-CBAE-50A2-7348-A25DFDCE3D7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E425B0A9-AC34-E107-189A-90E804DA28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564CA7-0CEF-499B-B9E9-84DBEC3A2B3C}" type="datetimeFigureOut">
              <a:rPr lang="zh-TW" altLang="en-US" smtClean="0"/>
              <a:t>2026/3/16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7FB7F4B7-8A22-EA8E-4FC1-082252E5B4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5C28E9BE-6415-1F33-59C4-E76B2434F7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3C2F07-BDBE-4D98-9AF0-3F16D3148A0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25332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4872FFB-C608-5037-9D8E-CDABFF30FC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36804D9C-FE90-BFE6-9CDB-FB77EA00DF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564CA7-0CEF-499B-B9E9-84DBEC3A2B3C}" type="datetimeFigureOut">
              <a:rPr lang="zh-TW" altLang="en-US" smtClean="0"/>
              <a:t>2026/3/16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04F52B51-B7DB-09EA-E0DF-58EA9ADDAB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ADFBFF2F-2D3A-73EF-3B52-8771FE2CEF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3C2F07-BDBE-4D98-9AF0-3F16D3148A0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044317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887D3392-039C-35E8-F5A1-2328FF81FB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564CA7-0CEF-499B-B9E9-84DBEC3A2B3C}" type="datetimeFigureOut">
              <a:rPr lang="zh-TW" altLang="en-US" smtClean="0"/>
              <a:t>2026/3/16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71B80F25-20CD-EC79-8BB1-96BCBB895D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582CD69-C737-07FD-0E9C-85DD9A9A0B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3C2F07-BDBE-4D98-9AF0-3F16D3148A0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802903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6B76D73-EA87-2202-6514-3FE7274DD5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258B36F-D23F-EC87-9536-2D651A3AF8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A613B930-5F77-29A3-DB57-5A428034FA1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005A7DB5-338E-D226-BE76-456D27A040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564CA7-0CEF-499B-B9E9-84DBEC3A2B3C}" type="datetimeFigureOut">
              <a:rPr lang="zh-TW" altLang="en-US" smtClean="0"/>
              <a:t>2026/3/16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DE9F3125-8961-0D18-FCBE-DFCDC64DF6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A0D9B759-8023-44F0-E267-F115E61A75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3C2F07-BDBE-4D98-9AF0-3F16D3148A0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646676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D799685-F84D-8EDC-C55C-0A92B5A1F3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A0EFC9DE-15D6-9E76-833D-86B721B0A70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3A640B57-4FC5-20F4-F3AE-68566B975F4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16266BDA-6E9E-BD58-B9CC-2ACFA944AB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564CA7-0CEF-499B-B9E9-84DBEC3A2B3C}" type="datetimeFigureOut">
              <a:rPr lang="zh-TW" altLang="en-US" smtClean="0"/>
              <a:t>2026/3/16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18824D7D-EC08-1C3A-38C7-24C6FE0533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20CA26A6-8375-930B-F642-6FB4D3F0D7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3C2F07-BDBE-4D98-9AF0-3F16D3148A0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001263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9952F99-DB2D-DFDD-FE2A-7D029B6F17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384A847C-807E-4DEF-25EC-F1E31A5CF2D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285E3FF0-1C19-1954-70B0-2F75A46323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564CA7-0CEF-499B-B9E9-84DBEC3A2B3C}" type="datetimeFigureOut">
              <a:rPr lang="zh-TW" altLang="en-US" smtClean="0"/>
              <a:t>2026/3/16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A575CE5A-8CAF-BB29-2CEE-CA27332C26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51149B64-51DC-CE46-A427-680F0E04D3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3C2F07-BDBE-4D98-9AF0-3F16D3148A0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382344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42579E0A-1CEA-081C-33B6-F0DB91B36F1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CE2E9B96-46C8-541A-EC1A-5FEA7953C9B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60F66311-6AE7-5D91-6759-89322532B7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564CA7-0CEF-499B-B9E9-84DBEC3A2B3C}" type="datetimeFigureOut">
              <a:rPr lang="zh-TW" altLang="en-US" smtClean="0"/>
              <a:t>2026/3/16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4610BF36-87BA-16BA-E4F9-82118437C6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79BA803B-10BA-D182-726F-802AAB71CD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3C2F07-BDBE-4D98-9AF0-3F16D3148A0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657844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7405BF46-AC63-7072-143A-E1D3077041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2C0EB7A2-2534-D1A4-5AF0-0120766383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F0B9FBF9-C599-F1BB-45E3-3E36B7816DB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B564CA7-0CEF-499B-B9E9-84DBEC3A2B3C}" type="datetimeFigureOut">
              <a:rPr lang="zh-TW" altLang="en-US" smtClean="0"/>
              <a:t>2026/3/16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DC9FA1CB-2CE4-B64D-73CC-407583DA19B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327E54DA-E040-D2FB-E29B-D392E457A3C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83C2F07-BDBE-4D98-9AF0-3F16D3148A0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37257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32529C5-29CC-1773-151B-F3055EABE61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TW" dirty="0"/>
              <a:t>Transformer</a:t>
            </a:r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架構及實作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152BAB7F-46A5-5C48-CE89-E76338F35CD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983865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D1D34770-47A8-402C-AF23-2B653F2D88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D8FFF67E-1DAB-A77C-1625-C1B94C10D1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6679" y="723898"/>
            <a:ext cx="6002110" cy="1495425"/>
          </a:xfrm>
        </p:spPr>
        <p:txBody>
          <a:bodyPr>
            <a:normAutofit/>
          </a:bodyPr>
          <a:lstStyle/>
          <a:p>
            <a:r>
              <a:rPr lang="en-US" altLang="zh-TW" sz="4000" dirty="0"/>
              <a:t>Transformer</a:t>
            </a:r>
            <a:r>
              <a:rPr lang="zh-TW" altLang="en-US" sz="40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零件</a:t>
            </a:r>
          </a:p>
        </p:txBody>
      </p:sp>
      <p:sp>
        <p:nvSpPr>
          <p:cNvPr id="29" name="Content Placeholder 8">
            <a:extLst>
              <a:ext uri="{FF2B5EF4-FFF2-40B4-BE49-F238E27FC236}">
                <a16:creationId xmlns:a16="http://schemas.microsoft.com/office/drawing/2014/main" id="{47ABDEF3-F3A9-A4EE-533B-A009327AAD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6680" y="2405067"/>
            <a:ext cx="6002110" cy="3729034"/>
          </a:xfrm>
        </p:spPr>
        <p:txBody>
          <a:bodyPr>
            <a:normAutofit/>
          </a:bodyPr>
          <a:lstStyle/>
          <a:p>
            <a:r>
              <a:rPr lang="en-US" altLang="zh-TW" sz="2000" dirty="0"/>
              <a:t>Positional Encoding</a:t>
            </a:r>
          </a:p>
          <a:p>
            <a:endParaRPr lang="en-US" sz="2000" dirty="0"/>
          </a:p>
          <a:p>
            <a:r>
              <a:rPr lang="en-US" sz="2000" dirty="0"/>
              <a:t>Multi-Head Attention</a:t>
            </a:r>
          </a:p>
          <a:p>
            <a:endParaRPr lang="en-US" sz="2000" dirty="0"/>
          </a:p>
          <a:p>
            <a:r>
              <a:rPr lang="en-US" sz="2000" dirty="0"/>
              <a:t>Normalization</a:t>
            </a:r>
          </a:p>
          <a:p>
            <a:endParaRPr lang="en-US" sz="2000" dirty="0"/>
          </a:p>
          <a:p>
            <a:r>
              <a:rPr lang="en-US" sz="2000" dirty="0"/>
              <a:t>Residual Network</a:t>
            </a:r>
          </a:p>
          <a:p>
            <a:endParaRPr lang="en-US" sz="2000" dirty="0"/>
          </a:p>
          <a:p>
            <a:r>
              <a:rPr lang="en-US" sz="2000" dirty="0"/>
              <a:t>Feed Forward</a:t>
            </a:r>
          </a:p>
        </p:txBody>
      </p:sp>
      <p:pic>
        <p:nvPicPr>
          <p:cNvPr id="5" name="內容版面配置區 4" descr="一張含有 文字, 圖表, 螢幕擷取畫面, 字型 的圖片&#10;&#10;AI 產生的內容可能不正確。">
            <a:extLst>
              <a:ext uri="{FF2B5EF4-FFF2-40B4-BE49-F238E27FC236}">
                <a16:creationId xmlns:a16="http://schemas.microsoft.com/office/drawing/2014/main" id="{C052E905-97CF-1038-B8CF-0E0F26ED9A2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98" r="-2" b="-2"/>
          <a:stretch>
            <a:fillRect/>
          </a:stretch>
        </p:blipFill>
        <p:spPr>
          <a:xfrm>
            <a:off x="7199440" y="10"/>
            <a:ext cx="4992560" cy="6857990"/>
          </a:xfrm>
          <a:prstGeom prst="rect">
            <a:avLst/>
          </a:prstGeom>
          <a:effectLst/>
        </p:spPr>
      </p:pic>
    </p:spTree>
    <p:extLst>
      <p:ext uri="{BB962C8B-B14F-4D97-AF65-F5344CB8AC3E}">
        <p14:creationId xmlns:p14="http://schemas.microsoft.com/office/powerpoint/2010/main" val="232892727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E9A3E60-8C52-7187-0C41-A09419B3DE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位置編碼</a:t>
            </a:r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(Positional Encoding)</a:t>
            </a:r>
            <a:endParaRPr lang="zh-TW" alt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CF4FE12-14FD-12AC-0CF4-79EDF18026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065854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25B3620-AE91-D49E-885D-25132175A9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多頭注意力</a:t>
            </a:r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(Multi-Head Attention)</a:t>
            </a:r>
            <a:endParaRPr lang="zh-TW" alt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B3E4B793-7D91-2ECB-8D77-D70E9D8A11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3649105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02F4034-087F-DCA0-6926-7E351D3A71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標準化</a:t>
            </a:r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(Normalization)</a:t>
            </a:r>
            <a:endParaRPr lang="zh-TW" alt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CF9283B-92DD-A832-BA92-DC85CBBD46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9202581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C2AA7D3-D726-E5B0-432C-BD8E847D6F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殘差網路</a:t>
            </a:r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(</a:t>
            </a:r>
            <a:r>
              <a:rPr lang="en-US" altLang="zh-TW" dirty="0" err="1">
                <a:latin typeface="微軟正黑體" panose="020B0604030504040204" pitchFamily="34" charset="-120"/>
                <a:ea typeface="微軟正黑體" panose="020B0604030504040204" pitchFamily="34" charset="-120"/>
              </a:rPr>
              <a:t>ResNet</a:t>
            </a:r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)</a:t>
            </a:r>
            <a:endParaRPr lang="zh-TW" alt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FD0622B-62D0-DD49-F6A0-B1161255CE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075148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78E918B-BC42-30A2-2032-B953AE7155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前饋神經網路</a:t>
            </a:r>
            <a:r>
              <a:rPr lang="en-US" altLang="zh-TW" dirty="0"/>
              <a:t>(FFW)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360570D-B8F7-5D41-6469-7D96964DA9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7492232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0652EE2-1333-01FB-F6F5-89ED34F872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81FC904-B6F3-805F-07B6-ED9562EC34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8242081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562</TotalTime>
  <Words>45</Words>
  <Application>Microsoft Office PowerPoint</Application>
  <PresentationFormat>寬螢幕</PresentationFormat>
  <Paragraphs>16</Paragraphs>
  <Slides>8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8</vt:i4>
      </vt:variant>
    </vt:vector>
  </HeadingPairs>
  <TitlesOfParts>
    <vt:vector size="13" baseType="lpstr">
      <vt:lpstr>微軟正黑體</vt:lpstr>
      <vt:lpstr>Aptos</vt:lpstr>
      <vt:lpstr>Aptos Display</vt:lpstr>
      <vt:lpstr>Arial</vt:lpstr>
      <vt:lpstr>Office 佈景主題</vt:lpstr>
      <vt:lpstr>Transformer架構及實作</vt:lpstr>
      <vt:lpstr>Transformer零件</vt:lpstr>
      <vt:lpstr>位置編碼(Positional Encoding)</vt:lpstr>
      <vt:lpstr>多頭注意力(Multi-Head Attention)</vt:lpstr>
      <vt:lpstr>標準化(Normalization)</vt:lpstr>
      <vt:lpstr>殘差網路(ResNet)</vt:lpstr>
      <vt:lpstr>前饋神經網路(FFW)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jonas.yen 顏嘉宏</dc:creator>
  <cp:lastModifiedBy>jonas.yen 顏嘉宏</cp:lastModifiedBy>
  <cp:revision>2</cp:revision>
  <dcterms:created xsi:type="dcterms:W3CDTF">2026-03-09T05:49:29Z</dcterms:created>
  <dcterms:modified xsi:type="dcterms:W3CDTF">2026-03-16T10:16:59Z</dcterms:modified>
</cp:coreProperties>
</file>